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636DBB-23E4-B339-ADDA-1DFE0922A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B6B4E59-D041-719F-83DE-3E62269F18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7EC3A9C-4DC7-D83F-32CE-A63F6D584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70F5-63D0-40A6-A5AC-7DA50EE0812D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2C01CD8-4A35-DA6E-70F1-AA3E8700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B0CFA2B-6AFC-DD55-1FD7-4750272AD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5F94-061C-46F9-B92B-59DC0FE65F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7848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851AEB-5E2B-5DD8-EA49-9219E6121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140848-160C-7766-08DF-510B16147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B2C67ED-E8FF-D303-00BF-9A6631C00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70F5-63D0-40A6-A5AC-7DA50EE0812D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7088393-9D7F-694F-AE4E-0E735BF6E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B535B80-416B-91BE-F540-67A1CC12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5F94-061C-46F9-B92B-59DC0FE65F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4055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97793ED-E35D-34CE-F508-6C8250DB0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D467DD5-FD9D-D8DE-7FE4-EC4B2F73E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05F0346-8A4C-D2C5-EB60-7E918FEAE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70F5-63D0-40A6-A5AC-7DA50EE0812D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2DE4409-D03D-2375-63C9-7C76A1C1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0BEA591-CE5C-A791-6FF8-0D675F5A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5F94-061C-46F9-B92B-59DC0FE65F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2545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AEE34E-FC42-E549-9E49-DB718E36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40735A-23FB-130B-E667-D7FFF1BFB5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3DF2CC8-1BC2-BB7C-E780-77510A3B5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6E96F86-DF71-7E63-5426-812AE89C9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70F5-63D0-40A6-A5AC-7DA50EE0812D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381E2D0-95FD-D75C-66B1-E94D6482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2E6632A-DF20-B09F-FB1A-99298188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5F94-061C-46F9-B92B-59DC0FE65F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3324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19A817D-64C8-D705-F9C8-82B99416C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DB972EB-DAF6-DB46-8826-36F3E6C71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1CED7BC-7F20-4D2E-D18F-7EC129302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E39A47D3-9F16-D5F1-36BE-49679E673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6813D5A-6E64-EB69-82DE-427026E164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AFF36D2-E1ED-9A20-8A67-59F8F3BF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70F5-63D0-40A6-A5AC-7DA50EE0812D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12FCA36-27DB-696B-E735-F8EC1B86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2433CE8-1A84-A9E4-4027-87A72FDC7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5F94-061C-46F9-B92B-59DC0FE65F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7791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7C801C-EE67-35F7-5B38-B01D67C2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4C55E53-FCEB-E50D-11FF-3CFC5FE9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70F5-63D0-40A6-A5AC-7DA50EE0812D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AFAECE7-9491-6435-54DB-3FDF28A48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08D7A23-A5DE-A85C-3D8E-038451AE4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5F94-061C-46F9-B92B-59DC0FE65F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3109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420EB063-F7D4-14D9-19F3-FE29F961D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70F5-63D0-40A6-A5AC-7DA50EE0812D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AFFEBBE-8FA7-9955-218D-33EE63D85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40202A2-51FD-35FA-689B-58E9F2A1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5F94-061C-46F9-B92B-59DC0FE65F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857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2486CD-9DAB-05FD-21D9-79D11A839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7EF979-DB13-0027-795D-5B966E66C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EB27EEC-4267-5B2C-BF2B-A3BC4821E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A80692C-7498-AB73-21D8-85EE6861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70F5-63D0-40A6-A5AC-7DA50EE0812D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06C0FB1-C885-96BA-CAEB-DE61B9A4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AEBA570-06EC-7777-2148-C260802D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5F94-061C-46F9-B92B-59DC0FE65F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849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3242B6-F63E-DF2B-E5D6-095A8F42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6AB09F44-24B0-18C4-78AC-59265D2A16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188465C-2EEA-917A-5572-5C45BC7BC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A79C2EF-29FA-2357-E1F5-2E4935B4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70F5-63D0-40A6-A5AC-7DA50EE0812D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577696E-46F6-CECE-5B8B-C6A461D46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31BE5B9-A28A-CC0C-9433-808B8CA7B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5F94-061C-46F9-B92B-59DC0FE65F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7868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D60E47-E185-A554-7771-ED537E38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30DE16C-79FB-23E3-53CB-D6CFC7342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8B8AEAB-A9C3-A1FF-58DB-BD62B044A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70F5-63D0-40A6-A5AC-7DA50EE0812D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AAAD2BA-ED16-C18F-CBA3-A8D1AB7CA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23C0787-7830-6A00-871A-4C0B814F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5F94-061C-46F9-B92B-59DC0FE65F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912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F01F094-0054-62C7-F4F6-770957D8A7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AE298BC-E893-26DC-9386-35D7D3EFA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8A7CAC-CE69-C4BF-3154-610E69CCE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70F5-63D0-40A6-A5AC-7DA50EE0812D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E21AC64-C172-DBA1-3947-97BB48912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52715A4-5581-6AB1-8069-C22BDB62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55F94-061C-46F9-B92B-59DC0FE65F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8410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AE32885-7B74-D33B-DE54-0D9BA49B1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8F283FA-9C53-3A56-7A49-9AE93D832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DF4EE4E-0479-C61C-D17B-E9762D7617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870F5-63D0-40A6-A5AC-7DA50EE0812D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FB6699-55DC-FD91-8045-8B0DF538A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68F378C-080C-EF44-781D-332CD4F35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55F94-061C-46F9-B92B-59DC0FE65F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28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  <a:alpha val="4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>
            <a:extLst>
              <a:ext uri="{FF2B5EF4-FFF2-40B4-BE49-F238E27FC236}">
                <a16:creationId xmlns:a16="http://schemas.microsoft.com/office/drawing/2014/main" id="{B884E1E2-8FDD-4509-C70A-1F301A9AF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17" y="5202238"/>
            <a:ext cx="4437888" cy="1655762"/>
          </a:xfrm>
        </p:spPr>
        <p:txBody>
          <a:bodyPr/>
          <a:lstStyle/>
          <a:p>
            <a:r>
              <a:rPr lang="cs-CZ" dirty="0">
                <a:latin typeface="Abadi" panose="020B0604020104020204" pitchFamily="34" charset="-18"/>
              </a:rPr>
              <a:t>Sebastian Macálka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25C62D40-069E-7DE4-707C-96B7F95A1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90"/>
          <a:stretch>
            <a:fillRect/>
          </a:stretch>
        </p:blipFill>
        <p:spPr>
          <a:xfrm>
            <a:off x="-183824" y="-941832"/>
            <a:ext cx="12191999" cy="5603684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9B74F1D7-140E-3232-55C4-5B5C3E97E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5" t="18667" r="39325" b="10266"/>
          <a:stretch>
            <a:fillRect/>
          </a:stretch>
        </p:blipFill>
        <p:spPr>
          <a:xfrm>
            <a:off x="9171433" y="2210562"/>
            <a:ext cx="2836742" cy="466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87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092512-7FD0-474A-6BA5-2AC6F17D940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75000"/>
              <a:alpha val="74000"/>
            </a:schemeClr>
          </a:solidFill>
          <a:ln>
            <a:noFill/>
          </a:ln>
        </p:spPr>
        <p:txBody>
          <a:bodyPr/>
          <a:lstStyle/>
          <a:p>
            <a:r>
              <a:rPr lang="cs-CZ" dirty="0">
                <a:latin typeface="+mn-lt"/>
              </a:rPr>
              <a:t>Technologie a grafika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72998C-DEC7-B13D-48B7-E5FBD2ECD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1289304" cy="128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CF9AEC6D-0B2F-18EB-85A5-6A921B08F1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505" y="3429000"/>
            <a:ext cx="2059807" cy="2994088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B989694C-88C4-B649-27F6-6B1AC17AC8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309" y="4015409"/>
            <a:ext cx="2256436" cy="2271248"/>
          </a:xfrm>
          <a:prstGeom prst="rect">
            <a:avLst/>
          </a:prstGeom>
        </p:spPr>
      </p:pic>
      <p:pic>
        <p:nvPicPr>
          <p:cNvPr id="1032" name="Picture 8" descr="WPF ElementHost Memory Leak Solved – Mago">
            <a:extLst>
              <a:ext uri="{FF2B5EF4-FFF2-40B4-BE49-F238E27FC236}">
                <a16:creationId xmlns:a16="http://schemas.microsoft.com/office/drawing/2014/main" id="{553E1942-2FAD-8E0A-AD66-7B31D3273F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996" y="1772653"/>
            <a:ext cx="1208532" cy="1208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C71B242-6FE7-2EEB-4277-C5F9EB646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020" y="1920241"/>
            <a:ext cx="896897" cy="83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976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42DCFC-61E3-508F-45C9-F83A37D3CC3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65000"/>
              <a:alpha val="67000"/>
            </a:schemeClr>
          </a:solidFill>
        </p:spPr>
        <p:txBody>
          <a:bodyPr/>
          <a:lstStyle/>
          <a:p>
            <a:r>
              <a:rPr lang="cs-CZ" dirty="0">
                <a:latin typeface="+mn-lt"/>
              </a:rPr>
              <a:t>Jak to funguje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D888F8-EF50-80A3-1E7D-1AF45A59B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Chyby</a:t>
            </a:r>
          </a:p>
          <a:p>
            <a:r>
              <a:rPr lang="cs-CZ" dirty="0"/>
              <a:t>Konce</a:t>
            </a:r>
          </a:p>
          <a:p>
            <a:r>
              <a:rPr lang="cs-CZ" dirty="0"/>
              <a:t>Tlačítka</a:t>
            </a:r>
          </a:p>
          <a:p>
            <a:r>
              <a:rPr lang="cs-CZ" dirty="0" err="1"/>
              <a:t>GameState</a:t>
            </a:r>
            <a:endParaRPr lang="cs-CZ" dirty="0"/>
          </a:p>
          <a:p>
            <a:endParaRPr lang="cs-CZ" dirty="0"/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BF9941F-CAA8-B21F-7988-62A219D34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00" t="12533" r="24625" b="19333"/>
          <a:stretch>
            <a:fillRect/>
          </a:stretch>
        </p:blipFill>
        <p:spPr>
          <a:xfrm>
            <a:off x="5961887" y="1988622"/>
            <a:ext cx="3429001" cy="328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936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6EAC3B-6E73-21DA-E3C2-F4CE5079BF3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65000"/>
              <a:alpha val="72000"/>
            </a:schemeClr>
          </a:solidFill>
        </p:spPr>
        <p:txBody>
          <a:bodyPr/>
          <a:lstStyle/>
          <a:p>
            <a:r>
              <a:rPr lang="cs-CZ" dirty="0">
                <a:latin typeface="+mn-lt"/>
              </a:rPr>
              <a:t>Náročnost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C5C9D9-8FBE-880D-BB37-E620E53CE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Grafika – cca 8h</a:t>
            </a:r>
          </a:p>
          <a:p>
            <a:r>
              <a:rPr lang="cs-CZ" dirty="0"/>
              <a:t>Kód – 3-4h</a:t>
            </a:r>
          </a:p>
          <a:p>
            <a:r>
              <a:rPr lang="cs-CZ" dirty="0"/>
              <a:t>Puzzle – 1h</a:t>
            </a:r>
          </a:p>
          <a:p>
            <a:r>
              <a:rPr lang="cs-CZ" dirty="0"/>
              <a:t>Chyby – 5h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6695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911524-7FA1-6D63-402D-66819C8BA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112" y="973994"/>
            <a:ext cx="5065776" cy="1325563"/>
          </a:xfrm>
        </p:spPr>
        <p:txBody>
          <a:bodyPr/>
          <a:lstStyle/>
          <a:p>
            <a:pPr algn="ctr"/>
            <a:r>
              <a:rPr lang="cs-CZ" dirty="0">
                <a:latin typeface="+mn-lt"/>
              </a:rPr>
              <a:t>Děkuji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415453048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1F8C513D868C468A8803BC1941EBC3" ma:contentTypeVersion="11" ma:contentTypeDescription="Vytvoří nový dokument" ma:contentTypeScope="" ma:versionID="abb14b52ac747e818756d20da964ffa5">
  <xsd:schema xmlns:xsd="http://www.w3.org/2001/XMLSchema" xmlns:xs="http://www.w3.org/2001/XMLSchema" xmlns:p="http://schemas.microsoft.com/office/2006/metadata/properties" xmlns:ns3="c02c98dc-d26e-489c-b5c8-fa2bc1ae77c6" targetNamespace="http://schemas.microsoft.com/office/2006/metadata/properties" ma:root="true" ma:fieldsID="ab16f1790bca629591f1098a63430263" ns3:_="">
    <xsd:import namespace="c02c98dc-d26e-489c-b5c8-fa2bc1ae77c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2c98dc-d26e-489c-b5c8-fa2bc1ae77c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02c98dc-d26e-489c-b5c8-fa2bc1ae77c6" xsi:nil="true"/>
  </documentManagement>
</p:properties>
</file>

<file path=customXml/itemProps1.xml><?xml version="1.0" encoding="utf-8"?>
<ds:datastoreItem xmlns:ds="http://schemas.openxmlformats.org/officeDocument/2006/customXml" ds:itemID="{5D53260C-127B-4FF3-A1DE-753BFAF6A4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2c98dc-d26e-489c-b5c8-fa2bc1ae77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5ABED7-1C94-4D25-89D6-F4026EB951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E22B5D-EEA5-480E-9923-87AD00B50BA4}">
  <ds:schemaRefs>
    <ds:schemaRef ds:uri="http://www.w3.org/XML/1998/namespace"/>
    <ds:schemaRef ds:uri="http://schemas.microsoft.com/office/2006/documentManagement/types"/>
    <ds:schemaRef ds:uri="c02c98dc-d26e-489c-b5c8-fa2bc1ae77c6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29</Words>
  <Application>Microsoft Office PowerPoint</Application>
  <PresentationFormat>Širokoúhlá obrazovka</PresentationFormat>
  <Paragraphs>13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10" baseType="lpstr">
      <vt:lpstr>Abadi</vt:lpstr>
      <vt:lpstr>Aptos</vt:lpstr>
      <vt:lpstr>Aptos Display</vt:lpstr>
      <vt:lpstr>Arial</vt:lpstr>
      <vt:lpstr>Motiv Office</vt:lpstr>
      <vt:lpstr>Prezentace aplikace PowerPoint</vt:lpstr>
      <vt:lpstr>Technologie a grafika</vt:lpstr>
      <vt:lpstr>Jak to funguje</vt:lpstr>
      <vt:lpstr>Náročnost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Macálka</dc:creator>
  <cp:lastModifiedBy>Sebastian Macálka</cp:lastModifiedBy>
  <cp:revision>2</cp:revision>
  <dcterms:created xsi:type="dcterms:W3CDTF">2026-06-11T18:35:30Z</dcterms:created>
  <dcterms:modified xsi:type="dcterms:W3CDTF">2026-06-11T19:31:19Z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0x010100531F8C513D868C468A8803BC1941EBC3</vt:lpwstr>
  </property>
</Properties>
</file>